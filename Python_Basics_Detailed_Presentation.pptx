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E24BC-0A21-461A-9196-4C6390B65A6F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0F805-7AE1-4257-9CA6-4C633A8AA0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00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0F805-7AE1-4257-9CA6-4C633A8AA0F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10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Python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Variables • Data Types • Input/Output • Operators • Type Conversion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Detailed beginner presentation</a:t>
            </a:r>
          </a:p>
          <a:p>
            <a:pPr>
              <a:spcAft>
                <a:spcPts val="11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t>• Goal: understand the building blocks needed to write simple Python programs.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Understand how variables store information.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Identify and use common Python data types.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Take input from a user and display output.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Use arithmetic, comparison, logical, and assignment operators.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Convert values between different data types.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Write and understand simple Python programs.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1. Variables – What Are They?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 variable is a named reference used to store a value in a program.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In Python, a variable is created automatically when a value is assigned.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Variables make programs easier to read, modify, and reuse.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name = "Adithyan"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age = 21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marks = 85.5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Variables – Naming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Use letters, numbers, and underscores.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Do not start a variable name with a number.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Do not use Python keywords such as if, for, class, or return.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Variable names are case-sensitive: age and Age are different.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Use meaningful names such as student_name instead of x.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Python convention: use snake_case for multi-word names.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Variables – Assignment &amp; Reassignment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The = operator assigns a value to a variable.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 variable can be reassigned with a new value.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Python allows multiple variables to be assigned in one statement.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age = 20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age = 21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name, age = "Adithyan",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2. Data Types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 data type describes the kind of value stored in a variable.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int – whole numbers.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float – decimal numbers.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str – text or characters.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bool – True or False.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list – ordered collection of values.</a:t>
            </a:r>
          </a:p>
          <a:p>
            <a:pPr>
              <a:spcAft>
                <a:spcPts val="11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t>• Python is dynamically typed, so you do not need to declare the type separately.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Integer (int)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int represents whole numbers without decimal points.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Examples: 0, 10, -25, 1000.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Common uses include age, quantity, marks, and counts.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age = 21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total_students = 45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You can use arithmetic operators with integers.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Float (float)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float represents numbers containing a decimal point.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Examples: 10.5, 3.14, -2.75.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Common uses include price, height, weight, percentage, and measurements.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price = 499.50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Division using / normally produces a float.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String (str)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 string is a sequence of text characters.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Strings can be written using single or double quotes.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name = "Adithyan"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Strings can be joined using +.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full_name = first_name + " " + last_name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Use len() to find the number of characters.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Boolean (bool)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Boolean values represent two states: True or False.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Booleans are commonly produced by comparisons.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is_logged_in = True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age &gt;= 18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Boolean values are important in decision-making and conditions.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List (list)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 list stores multiple values in a single variable.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Lists are ordered and can contain different types of values.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fruits = ["Apple", "Mango", "Orange"]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Access an item using its index: fruits[0]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Lists are mutable, meaning their contents can be changed.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Checking 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The type() function tells you the type of a value.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type(25) returns int.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type(10.5) returns float.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type("Hello") returns str.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type(True) returns bool.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Knowing data types helps prevent errors during calculations.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3. Input – Getting User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The input() function allows the program to receive data from the user.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Python pauses and waits until the user enters a value.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The prompt inside input() tells the user what to enter.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name = input("Enter your name: ")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User input is returned as a string by default.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Input – Important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Suppose the user enters 25: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age = input("Enter age: ")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age will contain the string "25", not the integer 25.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Therefore, arithmetic such as age + 5 will cause a type error.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Convert the input when a number is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Output – print()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The print() function displays text, values, and results on the screen.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print("Hello Python")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Multiple values can be printed together.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print("Age:", age)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Use commas or formatted strings to create readable output.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print() is one of the first functions beginners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Combining Input and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 basic interactive program follows this pattern: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1. Ask the user for information.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2. Store the input in variables.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3. Convert the input if necessary.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4. Process the data.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5. Display the result.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name = input("Name: "); print("Hello", name)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4. Operators –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Operators are symbols or keywords used to perform operations on values.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Arithmetic operators perform calculations.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Comparison operators compare values.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Logical operators combine conditions.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Assignment operators update variables.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Operators are essential for calculations and decision-making.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Arithmetic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+ Addition: 10 + 5 → 15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- Subtraction: 10 - 5 → 5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* Multiplication: 10 * 5 → 50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/ Division: 10 / 5 → 2.0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% Modulus: 10 % 3 → 1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// Floor division: 10 // 3 → 3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** Exponent: 2 ** 3 →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Comparison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Comparison operators return True or False.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== Equal to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!= Not equal to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&gt; Greater than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&lt; Less than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&gt;= Greater than or equal to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&lt;= Less than or equal to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age &gt;=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Logical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and – True when both conditions are True.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or – True when at least one condition is True.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not – reverses a Boolean result.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age &gt;= 18 and is_student == True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Logical operators are often used in if statements and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Assignment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= assigns a value.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+= adds and assigns.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-= subtracts and assigns.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*= multiplies and assigns.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/= divides and assigns.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%= calculates remainder and assigns.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score += 10 is the same as score = score + 10.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Operator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 = 10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b = 3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sum_value = a + b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remainder = a % b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is_greater = a &gt; b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print(sum_value)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print(remainder)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print(is_greater)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5. Type Conversion –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Type conversion changes a value from one data type into another.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It is especially important because input() returns strings.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For example, "10" and 10 are different types.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Convert data before performing operations that require numbers.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Python provides built-in functions for common conversions.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Common Conversion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int(value) → converts to an integer when possible.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float(value) → converts to a floating-point number.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str(value) → converts a value to text.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bool(value) → converts a value to True or False.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age = int("21")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Example: price = float("99.50")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Type Conversion with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age = int(input("Enter your age: "))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Now age can be used in arithmetic operations.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price = float(input("Enter price: "))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Now price can store decimal values.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Always enter a value that can be converted to the requested type.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6. First Python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Step 1: name = input("Enter your name: ")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Step 2: age = int(input("Enter your age: "))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Step 3: print("Hello", name)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Step 4: print("You are", age, "years old.")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This program demonstrates variables, input, type conversion, and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Program Example – Student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student = input("Enter student name: ")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marks1 = float(input("Enter mark 1: "))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marks2 = float(input("Enter mark 2: "))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average = (marks1 + marks2) / 2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print("Student:", student)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print("Average:", average)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Program Example – Simple Calculator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 = float(input("Enter first number: "))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b = float(input("Enter second number: "))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print("Addition:", a + b)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print("Subtraction:", a - b)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print("Multiplication:", a * b)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print("Division:", a /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Common Beginner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Using input() without converting numeric input.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Using = when you mean to compare with ==.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Misspelling variable names.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Using a variable before assigning a value.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Mixing strings and numbers incorrectly.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Starting variable names with numbers or using keywords.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Quick Practice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Create variables for your name, age, and course.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Display the value and type of each variable.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Ask the user for two numbers and add them.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Check whether one number is greater than another.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Convert a string number such as "100" into an integer.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Create a calculator using +, -, *, and 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640080" cy="502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3374B"/>
                </a:solidFill>
                <a:latin typeface="Aptos Display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5836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5B9BD5"/>
                </a:solidFill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1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00784"/>
            <a:ext cx="101498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Variables store and reference information.</a:t>
            </a:r>
          </a:p>
          <a:p>
            <a:pPr>
              <a:spcAft>
                <a:spcPts val="11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t>• Python provides useful built-in data types such as int, float, str, bool, and list.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input() gets information from the user and print() displays results.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Operators perform calculations, comparisons, and logical operations.</a:t>
            </a:r>
          </a:p>
          <a:p>
            <a:pPr>
              <a:spcAft>
                <a:spcPts val="1100"/>
              </a:spcAft>
              <a:defRPr sz="2000">
                <a:solidFill>
                  <a:srgbClr val="37414B"/>
                </a:solidFill>
                <a:latin typeface="Aptos"/>
              </a:defRPr>
            </a:pPr>
            <a:r>
              <a:t>• Type conversion changes values between data types.</a:t>
            </a:r>
          </a:p>
          <a:p>
            <a:pPr>
              <a:spcAft>
                <a:spcPts val="1100"/>
              </a:spcAft>
              <a:defRPr sz="1800">
                <a:solidFill>
                  <a:srgbClr val="37414B"/>
                </a:solidFill>
                <a:latin typeface="Aptos"/>
              </a:defRPr>
            </a:pPr>
            <a:r>
              <a:t>• Combining these concepts allows you to build your first useful Python programs.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2727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Python Basics  •  Beginner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2108</Words>
  <Application>Microsoft Office PowerPoint</Application>
  <PresentationFormat>Widescreen</PresentationFormat>
  <Paragraphs>276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adithyan v</dc:creator>
  <cp:keywords/>
  <dc:description>generated using python-pptx</dc:description>
  <cp:lastModifiedBy>adithyan_venu_940@outlook.com</cp:lastModifiedBy>
  <cp:revision>2</cp:revision>
  <dcterms:created xsi:type="dcterms:W3CDTF">2013-01-27T09:14:16Z</dcterms:created>
  <dcterms:modified xsi:type="dcterms:W3CDTF">2026-08-11T05:28:35Z</dcterms:modified>
  <cp:category/>
</cp:coreProperties>
</file>