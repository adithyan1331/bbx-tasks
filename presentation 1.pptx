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40141-D2D0-B1DB-CD93-237A32C41D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57F3B0-3196-EC00-D6DF-0D04330031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FB5419-61C9-88F3-5DDA-87E830656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DA86C-E850-45C1-83BA-7CF62D9DB8A6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D35EC7-0D49-2249-622A-4013A8AC0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A0B827-B9FB-B3A1-788E-71C430BB6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AB005-7F83-4491-B473-34C4B18AC1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2401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8CEB0-427C-BBD6-EAED-D6AFFBCEE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DF9930-4946-419A-4C4A-07AEFCE67E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35822A-E964-A5FE-DA30-81661D4B1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DA86C-E850-45C1-83BA-7CF62D9DB8A6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0BDD05-3E06-145E-BCFD-5C92ED919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9099BA-8660-1EDC-2416-7FB6127ED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AB005-7F83-4491-B473-34C4B18AC1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68627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9EE6B-6D58-3E5A-2BB6-868D01AB2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8C6316-F313-8658-391C-15DD62A8AB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71A744-B259-F9CF-E3B5-9B907E438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DA86C-E850-45C1-83BA-7CF62D9DB8A6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7AB0FA-7B0D-9B00-8C43-5184A01C3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AB80E6-845D-1BEE-AE51-165492468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AB005-7F83-4491-B473-34C4B18AC1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2485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267A3-7A23-09DD-4D04-D68A1E7CC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7210B-8E9C-5BBE-C512-775B4C5EA1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6B4E-7251-C412-03D3-32283C80B8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921742-E07D-A22A-1E58-7D3CCB75D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DA86C-E850-45C1-83BA-7CF62D9DB8A6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79931D-1D81-13C3-1418-F9BD04752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548C3B-43C3-B779-DED1-ABED4214F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AB005-7F83-4491-B473-34C4B18AC1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2147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746FD-8D1B-4024-C15C-A5EDAF3E3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EA2AD7-4EF1-3153-77F9-F3C99573F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D74D48-707B-0D50-3535-F5E7B63F42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4EFDBC-C165-CF72-8331-EC5BAFF2D1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092210-06B6-FD49-65CC-17FB82C2B0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CE969B-8D2B-5BAE-3646-83ABFF168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DA86C-E850-45C1-83BA-7CF62D9DB8A6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21D26B-0CE8-A935-C701-1EFFEF8D0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48D9FD-629A-8B9E-A1BB-041F9B940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AB005-7F83-4491-B473-34C4B18AC1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8126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1DC90-07E6-4010-BD58-569817A73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F63091-2327-009C-728C-2EAC5B3E7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DA86C-E850-45C1-83BA-7CF62D9DB8A6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132141-A6AA-E7E0-88DA-F5B716FB6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9A2B45-4791-CABA-958E-517254EFE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AB005-7F83-4491-B473-34C4B18AC1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9289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354C6C-87E8-498A-97FE-EA40FBF27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DA86C-E850-45C1-83BA-7CF62D9DB8A6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1251B1-10D8-8A34-221B-E6E7C71CC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C4B1FD-272C-AE15-2C9A-313F04E62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AB005-7F83-4491-B473-34C4B18AC1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8408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649E7-B861-E366-B6EA-F0BA46349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5CD9EA-74C0-0DC2-9A5D-91CF471649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42CA55-A138-5FCD-3D82-9C9B804BAE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286991-6FC4-24EC-DAE9-F008DA656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DA86C-E850-45C1-83BA-7CF62D9DB8A6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F0D22F-FF04-D937-3593-4BD9AB93D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1FD652-5D34-7C95-3975-519B26E7F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AB005-7F83-4491-B473-34C4B18AC1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99040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2CE5D-2373-6349-7384-19A6A77F1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1EB107-23B6-34A3-5B0B-D2775A8BA9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826749-BA6C-111D-5AE1-2779D17396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07FAD9-85DA-D67B-5C31-A3AD068A2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DA86C-E850-45C1-83BA-7CF62D9DB8A6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C86C63-E3F8-790E-6918-23033EC7B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D2CBA1-99DF-127F-E902-62911D500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AB005-7F83-4491-B473-34C4B18AC1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5887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3E4CE-FF97-E72A-DA74-EE411FC3C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6F2D6C-E171-9F58-DDCE-03B7760B89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9F0C45-7B37-5A63-385B-2DD7E731E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DA86C-E850-45C1-83BA-7CF62D9DB8A6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CAAC56-0FF5-AED8-CCD8-CA3CF36E3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1F97A2-CB85-9A31-08D1-9D0B58182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AB005-7F83-4491-B473-34C4B18AC1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0844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1762F8-C691-4902-5CD5-19B6D38C4A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E7F0DE-4DAB-8BC5-44B2-D03C660E4B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7FFAA-3BF9-1230-70A9-606894749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DA86C-E850-45C1-83BA-7CF62D9DB8A6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91BC63-5701-49BB-0174-2359E42C1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6A97E-77B2-4A0A-09EB-1E5D58415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AB005-7F83-4491-B473-34C4B18AC1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531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514AFB-25CC-2EE8-EB40-78727C6D7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32C2AB-3043-DF97-5B92-DB72F6D2FB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63DDC9-DECC-4E02-B243-E24B5ADDF9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2DA86C-E850-45C1-83BA-7CF62D9DB8A6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1BDB16-279A-9DAA-2BEF-9843C73A3E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F604F-F853-1943-4532-754A071034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1AB005-7F83-4491-B473-34C4B18AC1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5265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73E1C-2A45-58EA-D3E3-2C236D66F7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Python 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10070C-AE10-6373-18AA-D7322181B7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Introduction to python</a:t>
            </a:r>
          </a:p>
          <a:p>
            <a:endParaRPr lang="en-US" dirty="0"/>
          </a:p>
          <a:p>
            <a:endParaRPr lang="en-US" dirty="0"/>
          </a:p>
          <a:p>
            <a:r>
              <a:rPr lang="en-IN" dirty="0"/>
              <a:t>                                                                                                   presentation by : Adithyan V</a:t>
            </a:r>
          </a:p>
        </p:txBody>
      </p:sp>
    </p:spTree>
    <p:extLst>
      <p:ext uri="{BB962C8B-B14F-4D97-AF65-F5344CB8AC3E}">
        <p14:creationId xmlns:p14="http://schemas.microsoft.com/office/powerpoint/2010/main" val="565172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6B817-1FC5-3F13-DC19-E4B8E23F5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920B56-9E04-EA04-9FD6-5AD4491F02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Python is a programming language, it is used for web developing , software developing &amp; system scripting ,etc.</a:t>
            </a:r>
          </a:p>
          <a:p>
            <a:r>
              <a:rPr lang="en-US" dirty="0"/>
              <a:t>It is a high-level programming language known for its simple and readable syntax.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70116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</Words>
  <Application>Microsoft Office PowerPoint</Application>
  <PresentationFormat>Widescreen</PresentationFormat>
  <Paragraphs>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Python </vt:lpstr>
      <vt:lpstr>Python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adithyan_venu_940@outlook.com</dc:creator>
  <cp:lastModifiedBy>adithyan_venu_940@outlook.com</cp:lastModifiedBy>
  <cp:revision>1</cp:revision>
  <dcterms:created xsi:type="dcterms:W3CDTF">2026-08-07T18:57:54Z</dcterms:created>
  <dcterms:modified xsi:type="dcterms:W3CDTF">2026-08-07T18:58:31Z</dcterms:modified>
</cp:coreProperties>
</file>